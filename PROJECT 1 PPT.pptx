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0" r:id="rId8"/>
    <p:sldId id="263" r:id="rId9"/>
  </p:sldIdLst>
  <p:sldSz cx="12192000" cy="6858000"/>
  <p:notesSz cx="6858000" cy="9144000"/>
  <p:custShowLst>
    <p:custShow name="Custom Show 1" id="0">
      <p:sldLst>
        <p:sld r:id="rId2"/>
        <p:sld r:id="rId3"/>
        <p:sld r:id="rId4"/>
        <p:sld r:id="rId5"/>
        <p:sld r:id="rId6"/>
        <p:sld r:id="rId7"/>
        <p:sld r:id="rId8"/>
        <p:sld r:id="rId9"/>
      </p:sldLst>
    </p:custShow>
  </p:custShow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836FE-64BF-4E86-B979-DCCB899977B8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7AC08E1F-AB72-4EF2-926E-EAC5CFEBB79C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836650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p14:dur="250" advTm="1000">
        <p15:prstTrans prst="peelOff"/>
        <p:sndAc>
          <p:stSnd>
            <p:snd r:embed="rId1" name="breeze.wav"/>
          </p:stSnd>
        </p:sndAc>
      </p:transition>
    </mc:Choice>
    <mc:Fallback>
      <p:transition advTm="1000">
        <p:fade/>
        <p:sndAc>
          <p:stSnd>
            <p:snd r:embed="rId1" name="breeze.wav"/>
          </p:stSnd>
        </p:sndAc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836FE-64BF-4E86-B979-DCCB899977B8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08E1F-AB72-4EF2-926E-EAC5CFEBB79C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751023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p14:dur="250" advTm="1000">
        <p15:prstTrans prst="peelOff"/>
        <p:sndAc>
          <p:stSnd>
            <p:snd r:embed="rId1" name="breeze.wav"/>
          </p:stSnd>
        </p:sndAc>
      </p:transition>
    </mc:Choice>
    <mc:Fallback>
      <p:transition advTm="1000">
        <p:fade/>
        <p:sndAc>
          <p:stSnd>
            <p:snd r:embed="rId1" name="breeze.wav"/>
          </p:stSnd>
        </p:sndAc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836FE-64BF-4E86-B979-DCCB899977B8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08E1F-AB72-4EF2-926E-EAC5CFEBB79C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710048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p14:dur="250" advTm="1000">
        <p15:prstTrans prst="peelOff"/>
        <p:sndAc>
          <p:stSnd>
            <p:snd r:embed="rId1" name="breeze.wav"/>
          </p:stSnd>
        </p:sndAc>
      </p:transition>
    </mc:Choice>
    <mc:Fallback>
      <p:transition advTm="1000">
        <p:fade/>
        <p:sndAc>
          <p:stSnd>
            <p:snd r:embed="rId1" name="breeze.wav"/>
          </p:stSnd>
        </p:sndAc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836FE-64BF-4E86-B979-DCCB899977B8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08E1F-AB72-4EF2-926E-EAC5CFEBB79C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306674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p14:dur="250" advTm="1000">
        <p15:prstTrans prst="peelOff"/>
        <p:sndAc>
          <p:stSnd>
            <p:snd r:embed="rId1" name="breeze.wav"/>
          </p:stSnd>
        </p:sndAc>
      </p:transition>
    </mc:Choice>
    <mc:Fallback>
      <p:transition advTm="1000">
        <p:fade/>
        <p:sndAc>
          <p:stSnd>
            <p:snd r:embed="rId1" name="breeze.wav"/>
          </p:stSnd>
        </p:sndAc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836FE-64BF-4E86-B979-DCCB899977B8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08E1F-AB72-4EF2-926E-EAC5CFEBB79C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364818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p14:dur="250" advTm="1000">
        <p15:prstTrans prst="peelOff"/>
        <p:sndAc>
          <p:stSnd>
            <p:snd r:embed="rId1" name="breeze.wav"/>
          </p:stSnd>
        </p:sndAc>
      </p:transition>
    </mc:Choice>
    <mc:Fallback>
      <p:transition advTm="1000">
        <p:fade/>
        <p:sndAc>
          <p:stSnd>
            <p:snd r:embed="rId1" name="breeze.wav"/>
          </p:stSnd>
        </p:sndAc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836FE-64BF-4E86-B979-DCCB899977B8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08E1F-AB72-4EF2-926E-EAC5CFEBB79C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479453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p14:dur="250" advTm="1000">
        <p15:prstTrans prst="peelOff"/>
        <p:sndAc>
          <p:stSnd>
            <p:snd r:embed="rId1" name="breeze.wav"/>
          </p:stSnd>
        </p:sndAc>
      </p:transition>
    </mc:Choice>
    <mc:Fallback>
      <p:transition advTm="1000">
        <p:fade/>
        <p:sndAc>
          <p:stSnd>
            <p:snd r:embed="rId1" name="breeze.wav"/>
          </p:stSnd>
        </p:sndAc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836FE-64BF-4E86-B979-DCCB899977B8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08E1F-AB72-4EF2-926E-EAC5CFEBB7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841495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p14:dur="250" advTm="1000">
        <p15:prstTrans prst="peelOff"/>
        <p:sndAc>
          <p:stSnd>
            <p:snd r:embed="rId1" name="breeze.wav"/>
          </p:stSnd>
        </p:sndAc>
      </p:transition>
    </mc:Choice>
    <mc:Fallback>
      <p:transition advTm="1000">
        <p:fade/>
        <p:sndAc>
          <p:stSnd>
            <p:snd r:embed="rId1" name="breeze.wav"/>
          </p:stSnd>
        </p:sndAc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836FE-64BF-4E86-B979-DCCB899977B8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08E1F-AB72-4EF2-926E-EAC5CFEBB79C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805230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p14:dur="250" advTm="1000">
        <p15:prstTrans prst="peelOff"/>
        <p:sndAc>
          <p:stSnd>
            <p:snd r:embed="rId1" name="breeze.wav"/>
          </p:stSnd>
        </p:sndAc>
      </p:transition>
    </mc:Choice>
    <mc:Fallback>
      <p:transition advTm="1000">
        <p:fade/>
        <p:sndAc>
          <p:stSnd>
            <p:snd r:embed="rId1" name="breeze.wav"/>
          </p:stSnd>
        </p:sndAc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6E0836FE-64BF-4E86-B979-DCCB899977B8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08E1F-AB72-4EF2-926E-EAC5CFEBB79C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317541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p14:dur="250" advTm="1000">
        <p15:prstTrans prst="peelOff"/>
        <p:sndAc>
          <p:stSnd>
            <p:snd r:embed="rId1" name="breeze.wav"/>
          </p:stSnd>
        </p:sndAc>
      </p:transition>
    </mc:Choice>
    <mc:Fallback>
      <p:transition advTm="1000">
        <p:fade/>
        <p:sndAc>
          <p:stSnd>
            <p:snd r:embed="rId1" name="breeze.wav"/>
          </p:stSnd>
        </p:sndAc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836FE-64BF-4E86-B979-DCCB899977B8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08E1F-AB72-4EF2-926E-EAC5CFEBB79C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760733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p14:dur="250" advTm="1000">
        <p15:prstTrans prst="peelOff"/>
        <p:sndAc>
          <p:stSnd>
            <p:snd r:embed="rId1" name="breeze.wav"/>
          </p:stSnd>
        </p:sndAc>
      </p:transition>
    </mc:Choice>
    <mc:Fallback>
      <p:transition advTm="1000">
        <p:fade/>
        <p:sndAc>
          <p:stSnd>
            <p:snd r:embed="rId1" name="breeze.wav"/>
          </p:stSnd>
        </p:sndAc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836FE-64BF-4E86-B979-DCCB899977B8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08E1F-AB72-4EF2-926E-EAC5CFEBB79C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834589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p14:dur="250" advTm="1000">
        <p15:prstTrans prst="peelOff"/>
        <p:sndAc>
          <p:stSnd>
            <p:snd r:embed="rId1" name="breeze.wav"/>
          </p:stSnd>
        </p:sndAc>
      </p:transition>
    </mc:Choice>
    <mc:Fallback>
      <p:transition advTm="1000">
        <p:fade/>
        <p:sndAc>
          <p:stSnd>
            <p:snd r:embed="rId1" name="breeze.wav"/>
          </p:stSnd>
        </p:sndAc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audio" Target="../media/audio1.wav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0836FE-64BF-4E86-B979-DCCB899977B8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7AC08E1F-AB72-4EF2-926E-EAC5CFEBB79C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7660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</p:sldLayoutIdLst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p14:dur="250" advTm="1000">
        <p15:prstTrans prst="peelOff"/>
        <p:sndAc>
          <p:stSnd>
            <p:snd r:embed="rId13" name="breeze.wav"/>
          </p:stSnd>
        </p:sndAc>
      </p:transition>
    </mc:Choice>
    <mc:Fallback>
      <p:transition advTm="1000">
        <p:fade/>
        <p:sndAc>
          <p:stSnd>
            <p:snd r:embed="rId13" name="breeze.wav"/>
          </p:stSnd>
        </p:sndAc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9411B-3621-4FE6-B380-32D18A1F30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2567" y="-1126155"/>
            <a:ext cx="8825658" cy="3329581"/>
          </a:xfrm>
        </p:spPr>
        <p:txBody>
          <a:bodyPr/>
          <a:lstStyle/>
          <a:p>
            <a:r>
              <a:rPr lang="en-IN" u="sng" dirty="0"/>
              <a:t>PYTHON PROJECT-1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C73AEE-0539-4312-88DA-FC234FE681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90863" y="2803142"/>
            <a:ext cx="7745128" cy="527200"/>
          </a:xfrm>
        </p:spPr>
        <p:txBody>
          <a:bodyPr>
            <a:noAutofit/>
          </a:bodyPr>
          <a:lstStyle/>
          <a:p>
            <a:r>
              <a:rPr lang="en-IN" sz="3600" u="sng" dirty="0"/>
              <a:t>GUI CALCULATOR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38107A-8953-4B28-9E08-8C3CE14114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782896">
            <a:off x="7652885" y="171710"/>
            <a:ext cx="4683392" cy="5002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47419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p14:dur="250" advTm="5518">
        <p15:prstTrans prst="peelOff"/>
        <p:sndAc>
          <p:stSnd>
            <p:snd r:embed="rId2" name="breeze.wav"/>
          </p:stSnd>
        </p:sndAc>
      </p:transition>
    </mc:Choice>
    <mc:Fallback>
      <p:transition advTm="5518">
        <p:fade/>
        <p:sndAc>
          <p:stSnd>
            <p:snd r:embed="rId2" name="breeze.wav"/>
          </p:stSnd>
        </p:sndAc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2CE0D-587F-433B-B243-5B484C145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highlight>
                  <a:srgbClr val="FF0000"/>
                </a:highlight>
              </a:rPr>
              <a:t>NIDHIRAJ PANDEY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D5F48A-C4FC-40BB-81B6-6C212B1191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  <a:p>
            <a:r>
              <a:rPr lang="en-IN" sz="3200" dirty="0"/>
              <a:t>ORGANISATION NAME :- NEXTHITES IT SOLUTION </a:t>
            </a:r>
          </a:p>
          <a:p>
            <a:pPr marL="0" indent="0">
              <a:buNone/>
            </a:pPr>
            <a:endParaRPr lang="en-IN" sz="3200" dirty="0"/>
          </a:p>
          <a:p>
            <a:r>
              <a:rPr lang="en-IN" sz="3200" dirty="0"/>
              <a:t>INTERNSHIP PROJECT :- GUI CALCULATOR</a:t>
            </a:r>
          </a:p>
        </p:txBody>
      </p:sp>
    </p:spTree>
    <p:extLst>
      <p:ext uri="{BB962C8B-B14F-4D97-AF65-F5344CB8AC3E}">
        <p14:creationId xmlns:p14="http://schemas.microsoft.com/office/powerpoint/2010/main" val="300250209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p14:dur="250" advTm="6080">
        <p15:prstTrans prst="peelOff"/>
        <p:sndAc>
          <p:stSnd>
            <p:snd r:embed="rId2" name="breeze.wav"/>
          </p:stSnd>
        </p:sndAc>
      </p:transition>
    </mc:Choice>
    <mc:Fallback>
      <p:transition advTm="6080">
        <p:fade/>
        <p:sndAc>
          <p:stSnd>
            <p:snd r:embed="rId2" name="breeze.wav"/>
          </p:stSnd>
        </p:sndAc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292D3-F7F9-49BC-8399-26BE465EA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6249"/>
            <a:ext cx="10515600" cy="1325563"/>
          </a:xfrm>
        </p:spPr>
        <p:txBody>
          <a:bodyPr/>
          <a:lstStyle/>
          <a:p>
            <a:r>
              <a:rPr lang="en-IN" b="1" u="sng" dirty="0">
                <a:highlight>
                  <a:srgbClr val="FF0000"/>
                </a:highlight>
              </a:rPr>
              <a:t>INTRODUCTION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8F67C3-E1CD-4391-8843-28E48830B8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 GUI CALCULATOR PROJECT GIVEN BY THE NEXTHITES IT SOLUTION ORGANISATION</a:t>
            </a:r>
          </a:p>
          <a:p>
            <a:r>
              <a:rPr lang="en-IN" dirty="0"/>
              <a:t>BY USING THE REFERENCES CODE I MADE A GUI CALCULATOR .</a:t>
            </a:r>
          </a:p>
          <a:p>
            <a:r>
              <a:rPr lang="en-IN" dirty="0"/>
              <a:t>BY USING THE TKINTER LIBRARY IN PYTHON GUI CALCULATOR WAS CREATED .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284750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p14:dur="250" advTm="6140">
        <p15:prstTrans prst="peelOff"/>
        <p:sndAc>
          <p:stSnd>
            <p:snd r:embed="rId2" name="breeze.wav"/>
          </p:stSnd>
        </p:sndAc>
      </p:transition>
    </mc:Choice>
    <mc:Fallback>
      <p:transition advTm="6140">
        <p:fade/>
        <p:sndAc>
          <p:stSnd>
            <p:snd r:embed="rId2" name="breeze.wav"/>
          </p:stSnd>
        </p:sndAc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D0E61-0B6D-4D24-9438-AE4D17228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PROBLEM FACE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50158A-2D52-4FC0-AFB5-A42DCF6F36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421" y="1853754"/>
            <a:ext cx="9603275" cy="3450613"/>
          </a:xfrm>
        </p:spPr>
        <p:txBody>
          <a:bodyPr/>
          <a:lstStyle/>
          <a:p>
            <a:r>
              <a:rPr lang="en-IN" dirty="0"/>
              <a:t>THIS IS MY 1</a:t>
            </a:r>
            <a:r>
              <a:rPr lang="en-IN" baseline="30000" dirty="0"/>
              <a:t>ST</a:t>
            </a:r>
            <a:r>
              <a:rPr lang="en-IN" dirty="0"/>
              <a:t> TIME WHEN I AM USING PYTHON AND CREATING SOMETHING THROUGH USING THE CODE.</a:t>
            </a:r>
          </a:p>
          <a:p>
            <a:r>
              <a:rPr lang="en-IN" dirty="0"/>
              <a:t>THE MAIN ISSUE WHICH I FACED IS THAT , I MAKE THE BUTTON BUT UNABLE TO CONNECT OR LINKED IT WITH THE CODE</a:t>
            </a:r>
          </a:p>
          <a:p>
            <a:r>
              <a:rPr lang="en-IN" dirty="0"/>
              <a:t>ALL THE CODE IS TOTALY NEW FOR ME  BUT IT WAS A NICE WAY TO LEARN SOMETHING.</a:t>
            </a:r>
          </a:p>
          <a:p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AD00E82-CE80-4EBF-9C30-A8887F709E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1696" y="1853754"/>
            <a:ext cx="3455230" cy="3732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95346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p14:dur="250" advTm="5756">
        <p15:prstTrans prst="peelOff"/>
        <p:sndAc>
          <p:stSnd>
            <p:snd r:embed="rId2" name="breeze.wav"/>
          </p:stSnd>
        </p:sndAc>
      </p:transition>
    </mc:Choice>
    <mc:Fallback>
      <p:transition advTm="5756">
        <p:fade/>
        <p:sndAc>
          <p:stSnd>
            <p:snd r:embed="rId2" name="breeze.wav"/>
          </p:stSnd>
        </p:sndAc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FF4AFE-6B09-4D3E-A1EB-DF235C10D160}"/>
              </a:ext>
            </a:extLst>
          </p:cNvPr>
          <p:cNvSpPr txBox="1"/>
          <p:nvPr/>
        </p:nvSpPr>
        <p:spPr>
          <a:xfrm>
            <a:off x="192506" y="202130"/>
            <a:ext cx="88167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/>
              <a:t>INPUT AND OUTPUT I GET</a:t>
            </a:r>
            <a:r>
              <a:rPr lang="en-IN" b="1" u="sng" dirty="0"/>
              <a:t> </a:t>
            </a:r>
            <a:r>
              <a:rPr lang="en-IN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7D0C1F-0A06-4D8B-A3E7-4CB1B2D4BC17}"/>
              </a:ext>
            </a:extLst>
          </p:cNvPr>
          <p:cNvSpPr txBox="1"/>
          <p:nvPr/>
        </p:nvSpPr>
        <p:spPr>
          <a:xfrm>
            <a:off x="625642" y="1164656"/>
            <a:ext cx="1043378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u="sng" dirty="0"/>
              <a:t>CODE</a:t>
            </a:r>
          </a:p>
          <a:p>
            <a:endParaRPr lang="en-IN" u="sng" dirty="0"/>
          </a:p>
          <a:p>
            <a:endParaRPr lang="en-IN" u="sng" dirty="0"/>
          </a:p>
          <a:p>
            <a:r>
              <a:rPr lang="en-IN" sz="2400" dirty="0">
                <a:solidFill>
                  <a:schemeClr val="accent1">
                    <a:lumMod val="50000"/>
                  </a:schemeClr>
                </a:solidFill>
                <a:highlight>
                  <a:srgbClr val="FFFF00"/>
                </a:highlight>
                <a:latin typeface="Algerian" panose="04020705040A02060702" pitchFamily="82" charset="0"/>
              </a:rPr>
              <a:t>button1 = Button(</a:t>
            </a:r>
            <a:r>
              <a:rPr lang="en-IN" sz="2400" dirty="0" err="1">
                <a:solidFill>
                  <a:schemeClr val="accent1">
                    <a:lumMod val="50000"/>
                  </a:schemeClr>
                </a:solidFill>
                <a:highlight>
                  <a:srgbClr val="FFFF00"/>
                </a:highlight>
                <a:latin typeface="Algerian" panose="04020705040A02060702" pitchFamily="82" charset="0"/>
              </a:rPr>
              <a:t>gui</a:t>
            </a:r>
            <a:r>
              <a:rPr lang="en-IN" sz="2400" dirty="0">
                <a:solidFill>
                  <a:schemeClr val="accent1">
                    <a:lumMod val="50000"/>
                  </a:schemeClr>
                </a:solidFill>
                <a:highlight>
                  <a:srgbClr val="FFFF00"/>
                </a:highlight>
                <a:latin typeface="Algerian" panose="04020705040A02060702" pitchFamily="82" charset="0"/>
              </a:rPr>
              <a:t>, text=' 1 ', </a:t>
            </a:r>
            <a:r>
              <a:rPr lang="en-IN" sz="2400" dirty="0" err="1">
                <a:solidFill>
                  <a:schemeClr val="accent1">
                    <a:lumMod val="50000"/>
                  </a:schemeClr>
                </a:solidFill>
                <a:highlight>
                  <a:srgbClr val="FFFF00"/>
                </a:highlight>
                <a:latin typeface="Algerian" panose="04020705040A02060702" pitchFamily="82" charset="0"/>
              </a:rPr>
              <a:t>fg</a:t>
            </a:r>
            <a:r>
              <a:rPr lang="en-IN" sz="2400" dirty="0">
                <a:solidFill>
                  <a:schemeClr val="accent1">
                    <a:lumMod val="50000"/>
                  </a:schemeClr>
                </a:solidFill>
                <a:highlight>
                  <a:srgbClr val="FFFF00"/>
                </a:highlight>
                <a:latin typeface="Algerian" panose="04020705040A02060702" pitchFamily="82" charset="0"/>
              </a:rPr>
              <a:t>='black', </a:t>
            </a:r>
            <a:r>
              <a:rPr lang="en-IN" sz="2400" dirty="0" err="1">
                <a:solidFill>
                  <a:schemeClr val="accent1">
                    <a:lumMod val="50000"/>
                  </a:schemeClr>
                </a:solidFill>
                <a:highlight>
                  <a:srgbClr val="FFFF00"/>
                </a:highlight>
                <a:latin typeface="Algerian" panose="04020705040A02060702" pitchFamily="82" charset="0"/>
              </a:rPr>
              <a:t>bg</a:t>
            </a:r>
            <a:r>
              <a:rPr lang="en-IN" sz="2400" dirty="0">
                <a:solidFill>
                  <a:schemeClr val="accent1">
                    <a:lumMod val="50000"/>
                  </a:schemeClr>
                </a:solidFill>
                <a:highlight>
                  <a:srgbClr val="FFFF00"/>
                </a:highlight>
                <a:latin typeface="Algerian" panose="04020705040A02060702" pitchFamily="82" charset="0"/>
              </a:rPr>
              <a:t>='pink',</a:t>
            </a:r>
          </a:p>
          <a:p>
            <a:r>
              <a:rPr lang="en-IN" sz="2400" dirty="0">
                <a:solidFill>
                  <a:schemeClr val="accent1">
                    <a:lumMod val="50000"/>
                  </a:schemeClr>
                </a:solidFill>
                <a:highlight>
                  <a:srgbClr val="FFFF00"/>
                </a:highlight>
                <a:latin typeface="Algerian" panose="04020705040A02060702" pitchFamily="82" charset="0"/>
              </a:rPr>
              <a:t>    command=lambda: press(1), height=1, width=7)</a:t>
            </a:r>
          </a:p>
          <a:p>
            <a:r>
              <a:rPr lang="en-IN" sz="2400" dirty="0">
                <a:solidFill>
                  <a:schemeClr val="accent1">
                    <a:lumMod val="50000"/>
                  </a:schemeClr>
                </a:solidFill>
                <a:highlight>
                  <a:srgbClr val="FFFF00"/>
                </a:highlight>
                <a:latin typeface="Algerian" panose="04020705040A02060702" pitchFamily="82" charset="0"/>
              </a:rPr>
              <a:t>    button1.grid(row=4, column=0)</a:t>
            </a:r>
          </a:p>
          <a:p>
            <a:endParaRPr lang="en-IN" dirty="0">
              <a:solidFill>
                <a:schemeClr val="accent1">
                  <a:lumMod val="50000"/>
                </a:schemeClr>
              </a:solidFill>
              <a:highlight>
                <a:srgbClr val="FFFF00"/>
              </a:highlight>
              <a:latin typeface="Algerian" panose="04020705040A02060702" pitchFamily="82" charset="0"/>
            </a:endParaRPr>
          </a:p>
          <a:p>
            <a:r>
              <a:rPr lang="en-IN" dirty="0"/>
              <a:t>&gt; I USE THIS CODE FPR CREATING A BUTTON IN THE CALCULATOR</a:t>
            </a:r>
          </a:p>
          <a:p>
            <a:br>
              <a:rPr lang="en-IN" dirty="0"/>
            </a:br>
            <a:r>
              <a:rPr lang="en-IN" b="1" u="sng" dirty="0"/>
              <a:t>OUTPUT</a:t>
            </a:r>
          </a:p>
          <a:p>
            <a:endParaRPr lang="en-IN" u="sng" dirty="0"/>
          </a:p>
          <a:p>
            <a:r>
              <a:rPr lang="en-IN" dirty="0"/>
              <a:t>&gt; KEY IN THE CALCULATOR IS CREATED BY THIS</a:t>
            </a:r>
          </a:p>
        </p:txBody>
      </p:sp>
    </p:spTree>
    <p:extLst>
      <p:ext uri="{BB962C8B-B14F-4D97-AF65-F5344CB8AC3E}">
        <p14:creationId xmlns:p14="http://schemas.microsoft.com/office/powerpoint/2010/main" val="9945112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p14:dur="250" advTm="6585">
        <p15:prstTrans prst="peelOff"/>
        <p:sndAc>
          <p:stSnd>
            <p:snd r:embed="rId2" name="breeze.wav"/>
          </p:stSnd>
        </p:sndAc>
      </p:transition>
    </mc:Choice>
    <mc:Fallback>
      <p:transition advTm="6585">
        <p:fade/>
        <p:sndAc>
          <p:stSnd>
            <p:snd r:embed="rId2" name="breeze.wav"/>
          </p:stSnd>
        </p:sndAc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19C63-860B-4CF9-82F5-B6608982D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>
                <a:solidFill>
                  <a:schemeClr val="accent3"/>
                </a:solidFill>
                <a:highlight>
                  <a:srgbClr val="008000"/>
                </a:highlight>
              </a:rPr>
              <a:t>HOW I DEFINE THE KEY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AC1496-BE54-446C-99F2-AA64D468E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901" y="1311773"/>
            <a:ext cx="8606064" cy="3394981"/>
          </a:xfrm>
        </p:spPr>
        <p:txBody>
          <a:bodyPr/>
          <a:lstStyle/>
          <a:p>
            <a:r>
              <a:rPr lang="en-IN" dirty="0"/>
              <a:t>def press(</a:t>
            </a:r>
            <a:r>
              <a:rPr lang="en-IN" dirty="0" err="1"/>
              <a:t>num</a:t>
            </a:r>
            <a:r>
              <a:rPr lang="en-IN" dirty="0"/>
              <a:t>):</a:t>
            </a:r>
          </a:p>
          <a:p>
            <a:r>
              <a:rPr lang="en-IN" dirty="0"/>
              <a:t>    global expression</a:t>
            </a:r>
          </a:p>
          <a:p>
            <a:r>
              <a:rPr lang="en-IN" dirty="0"/>
              <a:t>    expression = expression + str(</a:t>
            </a:r>
            <a:r>
              <a:rPr lang="en-IN" dirty="0" err="1"/>
              <a:t>num</a:t>
            </a:r>
            <a:r>
              <a:rPr lang="en-IN" dirty="0"/>
              <a:t>)</a:t>
            </a:r>
          </a:p>
          <a:p>
            <a:r>
              <a:rPr lang="en-IN" dirty="0"/>
              <a:t>    </a:t>
            </a:r>
            <a:r>
              <a:rPr lang="en-IN" dirty="0" err="1"/>
              <a:t>equation.set</a:t>
            </a:r>
            <a:r>
              <a:rPr lang="en-IN" dirty="0"/>
              <a:t>(expression)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I USE THIS CODE FOR DEFINING THE KEY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14F468-2D84-4F11-9007-9840487E60B8}"/>
              </a:ext>
            </a:extLst>
          </p:cNvPr>
          <p:cNvSpPr txBox="1"/>
          <p:nvPr/>
        </p:nvSpPr>
        <p:spPr>
          <a:xfrm>
            <a:off x="952901" y="4706754"/>
            <a:ext cx="69879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/>
              <a:t>OUTPUT</a:t>
            </a:r>
          </a:p>
          <a:p>
            <a:endParaRPr lang="en-IN" b="1" u="sng" dirty="0"/>
          </a:p>
          <a:p>
            <a:r>
              <a:rPr lang="en-IN" b="1" dirty="0"/>
              <a:t>&gt;THIS CODE HELP IN DEFINING THE FUNCTION OF THE BUTTON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CC3D293-C791-4BCE-82A6-0E58CE5C9D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7805" y="2016953"/>
            <a:ext cx="5035763" cy="3151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39647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p14:dur="250" advTm="5397">
        <p15:prstTrans prst="peelOff"/>
        <p:sndAc>
          <p:stSnd>
            <p:snd r:embed="rId2" name="breeze.wav"/>
          </p:stSnd>
        </p:sndAc>
      </p:transition>
    </mc:Choice>
    <mc:Fallback>
      <p:transition advTm="5397">
        <p:fade/>
        <p:sndAc>
          <p:stSnd>
            <p:snd r:embed="rId2" name="breeze.wav"/>
          </p:stSnd>
        </p:sndAc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9D010-9EE4-48B3-A07B-FC1014F78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>
                <a:highlight>
                  <a:srgbClr val="FF0000"/>
                </a:highlight>
              </a:rPr>
              <a:t>WHAT I LEARN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6F49A-DA0F-4B1E-9899-B6B7DDC0C9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36" y="1858000"/>
            <a:ext cx="8946541" cy="4195481"/>
          </a:xfrm>
        </p:spPr>
        <p:txBody>
          <a:bodyPr/>
          <a:lstStyle/>
          <a:p>
            <a:r>
              <a:rPr lang="en-IN" dirty="0"/>
              <a:t>USES OF PYTHON LANGUAGE</a:t>
            </a:r>
          </a:p>
          <a:p>
            <a:pPr marL="0" indent="0">
              <a:buNone/>
            </a:pPr>
            <a:r>
              <a:rPr lang="en-IN" dirty="0"/>
              <a:t> </a:t>
            </a:r>
          </a:p>
          <a:p>
            <a:r>
              <a:rPr lang="en-IN" dirty="0"/>
              <a:t>LEARN TO CODE A GUI CALCULATOR BY USING TKINTER LIBRARY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LEARN HOW TO INTERPRET THE CODE IN PYTHON.</a:t>
            </a:r>
          </a:p>
          <a:p>
            <a:r>
              <a:rPr lang="en-IN" dirty="0"/>
              <a:t>HOW TO DEAL WITH THE CODE WHEN THERE IS AN ERROR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448188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p14:dur="250" advTm="6272">
        <p15:prstTrans prst="peelOff"/>
        <p:sndAc>
          <p:stSnd>
            <p:snd r:embed="rId2" name="breeze.wav"/>
          </p:stSnd>
        </p:sndAc>
      </p:transition>
    </mc:Choice>
    <mc:Fallback>
      <p:transition advTm="6272">
        <p:fade/>
        <p:sndAc>
          <p:stSnd>
            <p:snd r:embed="rId2" name="breeze.wav"/>
          </p:stSnd>
        </p:sndAc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FD235-FF51-4491-8C4F-2C86F9266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09" y="1217761"/>
            <a:ext cx="9404723" cy="1039198"/>
          </a:xfrm>
        </p:spPr>
        <p:txBody>
          <a:bodyPr>
            <a:normAutofit fontScale="90000"/>
          </a:bodyPr>
          <a:lstStyle/>
          <a:p>
            <a:r>
              <a:rPr lang="en-IN" b="1" u="sng" dirty="0"/>
              <a:t>CONCLUSION</a:t>
            </a:r>
            <a:br>
              <a:rPr lang="en-IN" b="1" u="sng" dirty="0"/>
            </a:br>
            <a:br>
              <a:rPr lang="en-IN" b="1" u="sng" dirty="0"/>
            </a:br>
            <a:endParaRPr lang="en-IN" b="1" u="sn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01BDE4-64BA-4F4B-A8D1-DEF7166F8838}"/>
              </a:ext>
            </a:extLst>
          </p:cNvPr>
          <p:cNvSpPr txBox="1"/>
          <p:nvPr/>
        </p:nvSpPr>
        <p:spPr>
          <a:xfrm>
            <a:off x="482901" y="1737360"/>
            <a:ext cx="9731141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800" dirty="0"/>
              <a:t>This project help me in learning the python coding</a:t>
            </a:r>
          </a:p>
          <a:p>
            <a:endParaRPr lang="en-IN" sz="28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800" dirty="0"/>
              <a:t>By the help of this project I learn how to interpret the code .</a:t>
            </a:r>
          </a:p>
          <a:p>
            <a:endParaRPr lang="en-IN" sz="28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800" dirty="0"/>
              <a:t>The challenges which I face while working in the project will make me able to deal or </a:t>
            </a:r>
            <a:r>
              <a:rPr lang="en-IN" sz="2800" dirty="0" err="1"/>
              <a:t>handel</a:t>
            </a:r>
            <a:r>
              <a:rPr lang="en-IN" sz="2800" dirty="0"/>
              <a:t> the problem faces d </a:t>
            </a:r>
            <a:r>
              <a:rPr lang="en-IN" sz="2800" dirty="0" err="1"/>
              <a:t>uring</a:t>
            </a:r>
            <a:r>
              <a:rPr lang="en-IN" sz="2800" dirty="0"/>
              <a:t> the work.</a:t>
            </a:r>
          </a:p>
          <a:p>
            <a:endParaRPr lang="en-IN" sz="28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800" dirty="0"/>
              <a:t>This project help me to  increasing my knowledge and level of patience.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79F776C-6E4E-4BC4-9319-7184B08580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7452" y="0"/>
            <a:ext cx="2494547" cy="2494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815763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p14:dur="250" advTm="7913">
        <p15:prstTrans prst="peelOff"/>
        <p:sndAc>
          <p:stSnd>
            <p:snd r:embed="rId2" name="breeze.wav"/>
          </p:stSnd>
        </p:sndAc>
      </p:transition>
    </mc:Choice>
    <mc:Fallback>
      <p:transition advTm="7913">
        <p:fade/>
        <p:sndAc>
          <p:stSnd>
            <p:snd r:embed="rId2" name="breeze.wav"/>
          </p:stSnd>
        </p:sndAc>
      </p:transition>
    </mc:Fallback>
  </mc:AlternateContent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726</TotalTime>
  <Words>260</Words>
  <Application>Microsoft Office PowerPoint</Application>
  <PresentationFormat>Widescreen</PresentationFormat>
  <Paragraphs>52</Paragraphs>
  <Slides>8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  <vt:variant>
        <vt:lpstr>Custom Shows</vt:lpstr>
      </vt:variant>
      <vt:variant>
        <vt:i4>1</vt:i4>
      </vt:variant>
    </vt:vector>
  </HeadingPairs>
  <TitlesOfParts>
    <vt:vector size="14" baseType="lpstr">
      <vt:lpstr>Algerian</vt:lpstr>
      <vt:lpstr>Arial</vt:lpstr>
      <vt:lpstr>Gill Sans MT</vt:lpstr>
      <vt:lpstr>Wingdings</vt:lpstr>
      <vt:lpstr>Gallery</vt:lpstr>
      <vt:lpstr>PYTHON PROJECT-1</vt:lpstr>
      <vt:lpstr>NIDHIRAJ PANDEY</vt:lpstr>
      <vt:lpstr>INTRODUCTION </vt:lpstr>
      <vt:lpstr>PROBLEM FACE </vt:lpstr>
      <vt:lpstr>PowerPoint Presentation</vt:lpstr>
      <vt:lpstr>HOW I DEFINE THE KEY</vt:lpstr>
      <vt:lpstr>WHAT I LEARN</vt:lpstr>
      <vt:lpstr>CONCLUSION  </vt:lpstr>
      <vt:lpstr>Custom Show 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PROJECT 1</dc:title>
  <dc:creator>PC</dc:creator>
  <cp:lastModifiedBy> </cp:lastModifiedBy>
  <cp:revision>15</cp:revision>
  <dcterms:created xsi:type="dcterms:W3CDTF">2025-11-25T05:40:01Z</dcterms:created>
  <dcterms:modified xsi:type="dcterms:W3CDTF">2025-11-25T17:46:55Z</dcterms:modified>
</cp:coreProperties>
</file>